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716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174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212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393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60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50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868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91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92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65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499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3765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4996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530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487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751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890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36B57-A6A7-4056-8127-CD7AB45B9179}" type="datetimeFigureOut">
              <a:rPr lang="en-IN" smtClean="0"/>
              <a:t>16-05-2025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555C6-CB17-4B2D-85D4-82412F0133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7870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A3A8-5F48-2617-6D8F-02F226CE9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1022" y="1854201"/>
            <a:ext cx="4107262" cy="1049396"/>
          </a:xfrm>
        </p:spPr>
        <p:txBody>
          <a:bodyPr>
            <a:normAutofit/>
          </a:bodyPr>
          <a:lstStyle/>
          <a:p>
            <a:r>
              <a:rPr lang="en-US" sz="6000" dirty="0"/>
              <a:t>Dominos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68879-7307-4E2C-A0E0-DC39DB632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2716" y="3203027"/>
            <a:ext cx="4746567" cy="1049396"/>
          </a:xfrm>
        </p:spPr>
        <p:txBody>
          <a:bodyPr>
            <a:normAutofit/>
          </a:bodyPr>
          <a:lstStyle/>
          <a:p>
            <a:r>
              <a:rPr lang="en-US" sz="3200" b="1" dirty="0"/>
              <a:t>SQL QUERY PROJECT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30827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99D510-C769-4A3F-B1BF-0A2F382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4" y="733425"/>
            <a:ext cx="10693662" cy="5391150"/>
          </a:xfrm>
          <a:prstGeom prst="rect">
            <a:avLst/>
          </a:prstGeom>
          <a:solidFill>
            <a:srgbClr val="FFFFFF"/>
          </a:solidFill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31958D-7C3C-BB47-E280-7D361827F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57" y="1630262"/>
            <a:ext cx="9924076" cy="35974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2DD38F0-3136-4D36-9445-AAF26688F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496" y="799817"/>
            <a:ext cx="10575170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4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2E35B9-33B9-79AA-4A66-0FD0EAB3B9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4343" y="1429789"/>
            <a:ext cx="4048298" cy="2793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21587-C98A-E073-048F-8DDC045EF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2215" y="307571"/>
            <a:ext cx="9169713" cy="1197032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B1. Retrieve the total number of orders placed.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28352-232E-A3F3-C5D2-09578FC66D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722433" y="1604357"/>
            <a:ext cx="3533684" cy="2468880"/>
          </a:xfrm>
        </p:spPr>
        <p:txBody>
          <a:bodyPr>
            <a:normAutofit fontScale="92500"/>
          </a:bodyPr>
          <a:lstStyle/>
          <a:p>
            <a:pPr marL="0" marR="0"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B1 As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Count(Distinct Order_Id) as Orders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Order_Details;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0000"/>
              </a:lnSpc>
              <a:spcAft>
                <a:spcPts val="1000"/>
              </a:spcAft>
              <a:buNone/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0000"/>
              </a:lnSpc>
              <a:spcAft>
                <a:spcPts val="1000"/>
              </a:spcAf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B1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22968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84FA78-455F-C05D-061B-EABFAD3609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71353" y="1438102"/>
            <a:ext cx="5345858" cy="40898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1C65E-2F65-6A34-8DDB-1805AE8D5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7237" y="91439"/>
            <a:ext cx="7905402" cy="1221971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B2. Calculate the total revenue generated from pizza sales.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9F0E6-2595-0740-CEF3-A849B1734D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1595269" y="1637607"/>
            <a:ext cx="5345858" cy="3699164"/>
          </a:xfrm>
        </p:spPr>
        <p:txBody>
          <a:bodyPr>
            <a:normAutofit fontScale="92500" lnSpcReduction="10000"/>
          </a:bodyPr>
          <a:lstStyle/>
          <a:p>
            <a:pPr marL="0" marR="0" algn="l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B2 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Sum(Order_Details.quantity * pizzas.price) as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Total_Sales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Order_Details Join pizzas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pizzas.pizza_id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order_details.pizza_id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0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B2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94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F0FA08-F64D-B1CB-40BF-98D33F4F48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4112" y="1233119"/>
            <a:ext cx="5503026" cy="35329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BA589-8669-5274-93BB-C389C004E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257" y="152400"/>
            <a:ext cx="6442969" cy="953193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B3. Identify the highest-priced pizza.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5834F-7CA7-3B5E-C0A2-1CD0F7F738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35182" y="1560022"/>
            <a:ext cx="5261956" cy="3206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B3 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pizza_types.name, pizzas.price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join pizzas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pizza_types.pizza_type_id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pizzas.pizza_type_id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pizzas.price desc limit 1;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B3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942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437C0B-F6BC-F1C5-4966-06193D7D58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0450" y="1271847"/>
            <a:ext cx="7456517" cy="42311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8D4627-A8A9-5A87-88FD-8D621B3B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744" y="210589"/>
            <a:ext cx="8454649" cy="978131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B4. Identify the most common pizza size ordered.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24BF2-CAC3-6EE4-434D-129E8453A1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81396" y="1486541"/>
            <a:ext cx="7232073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B4 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pizzas.size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Count(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order_details.order_details_id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total_ordered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JOIN pizzas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order_details.pizza_id = pizzas.pizza_id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pizzas.size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total_ordered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 1;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B4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57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C057A4-F1AB-2229-43EB-182D634599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3456" y="839585"/>
            <a:ext cx="5752408" cy="52287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8D5F2-B28E-3A79-0882-C48585B1F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144087"/>
            <a:ext cx="8216785" cy="845127"/>
          </a:xfrm>
        </p:spPr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B5. List the top 5 most ordered pizza types along with their quantities.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5221D-ED0D-D42B-5405-B50AE8939B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55717" y="989214"/>
            <a:ext cx="5320146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B5 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pizza_types.name,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order_details.quantity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total_quantity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join pizzas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pizza_types.pizza_type_id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pizzas.pizza_type_id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order_details.pizza_id = pizzas.pizza_id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pizza_types.name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total_quantity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 5;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B5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975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74D8CF-6FCF-F4FA-5C38-FD952375B7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4771" y="1064030"/>
            <a:ext cx="5403273" cy="47216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F14CB-EE99-9F9D-487C-3DE8F1660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84" y="227215"/>
            <a:ext cx="10956780" cy="836815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I1. Join the necessary tables to find the total quantity of each pizza category ordered.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3D4B8-C9E6-7817-C5E3-BD1A54F2B7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44633" y="1180409"/>
            <a:ext cx="5228706" cy="4826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I1 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pizza_types.category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order_details.quantity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total_quantity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join pizzas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pizza_types.pizza_type_id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pizzas.pizza_type_id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order_details.pizza_id = pizzas.pizza_id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pizza_types.category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total_quantity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I1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580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F4DE0-1492-619F-047F-99E3C855D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760" y="235528"/>
            <a:ext cx="7917310" cy="944880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I2. Determine the distribution of orders by hour of the day.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F82D78-29FA-3E1E-93ED-5F39387CB7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43696" y="1413164"/>
            <a:ext cx="5469774" cy="36112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A2578-DAEF-E7F8-6B29-EE2D2AC3E5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09702" y="1554481"/>
            <a:ext cx="5361709" cy="36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I2 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Extract(hour from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order_time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order_hour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order_hour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order_hour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I2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527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F0D3-32BC-F27D-AED3-14AD8724D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726" y="185652"/>
            <a:ext cx="10632583" cy="895004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I3. Join relevant tables to find the category-wise distribution of pizzas.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1718DA-52DE-4247-CF4C-5DD0824A56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75215" y="1080656"/>
            <a:ext cx="3532909" cy="28007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CE298-DAC6-0D7A-DD1D-5B60CC972B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24103" y="1221970"/>
            <a:ext cx="331677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I3 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Category, Count(name)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Category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I3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218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BC218-4B0B-81EE-3BA3-53BA6F99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937" y="135775"/>
            <a:ext cx="8213580" cy="1326321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I4. Group the orders by date and calculate the average number of pizzas ordered per day.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2A0492-6059-099A-CE0E-F66DA447EE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76698" y="1546167"/>
            <a:ext cx="4946072" cy="45646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DBA8E-DADA-63E5-0953-B8C755FE61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75708" y="1689075"/>
            <a:ext cx="4724400" cy="442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II4 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round(Avg(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order_quantity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),2) from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(Select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orders.order_date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order_details.quantity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order_quantity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 join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orders.order_id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order_details.order_id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orders.order_date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orders.order_date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II4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9375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52E51-08FC-0D5E-C00F-18A454D7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49" y="102524"/>
            <a:ext cx="9044852" cy="1185949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I5. Determine the top 3 most ordered pizza types based on revenue.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8C3B86-361F-015B-E1DC-B5713F0954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8881" y="1039091"/>
            <a:ext cx="5569527" cy="48878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DD23E-940E-A64B-5AFF-F411E23509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42651" y="1100013"/>
            <a:ext cx="5386647" cy="4826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I5 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pizza_types.name,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order_details.quantity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 pizzas.price) as revenue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join pizzas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pizza_types.pizza_type_id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pizzas.pizza_type_id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order_details.pizza_id = pizzas.pizza_id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pizza_types.name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revenue desc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 3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I5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754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1334-95DA-9398-AB1F-E6C2F2FD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48" y="119149"/>
            <a:ext cx="9094729" cy="1144385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A1. Calculate the percentage contribution of each pizza type to total revenue.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AC10A1-16DD-9985-8483-8935AE2ED4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94560" y="939338"/>
            <a:ext cx="4588625" cy="5652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EAE64-1470-0427-BC86-1B1A688866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76342" y="1079685"/>
            <a:ext cx="4289972" cy="5596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A1 As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pizza_types.category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ROUND(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(SUM(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order_details.quantity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 pizzas.price) * 100.0) /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(SELECT SUM(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order_details.quantity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 pizzas.price)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pizzas ON order_details.pizza_id = pizzas.pizza_id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2) AS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percentage_contribution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pizzas ON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pizza_types.pizza_type_id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pizzas.pizza_type_id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order_details.pizza_id = pizzas.pizza_id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pizza_types.category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percentage_contribution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A1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654153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7703C-FE71-ABBC-5931-DC8D11D86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72" y="227214"/>
            <a:ext cx="7398932" cy="886691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A2. Analyze the cumulative revenue generated over time.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69EF4D-8A52-A709-AA13-D3707DC84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34145" y="881149"/>
            <a:ext cx="4522124" cy="5270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6582CB-1C98-EB3C-18E0-15C53E4680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46065" y="1113905"/>
            <a:ext cx="4862945" cy="511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A2 as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order_date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revenue,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Sum(revenue) over (order by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order_date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cum_revenue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(select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orders.order_date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sum(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order_details.quantity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 pizzas.price) as revenue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pizzas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order_details.pizza_id = pizzas.pizza_id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orders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orders.order_id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order_details.order_id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orders.order_date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sales;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A2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385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2FC43-903E-3E81-4E9A-5AD2CDD3C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741" y="193964"/>
            <a:ext cx="8911849" cy="986443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A3. Determine the top 3 most ordered pizza types based on revenue for each pizza category.</a:t>
            </a:r>
            <a:b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341069-CECC-6227-81D4-6BA9BD8D41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93571" y="1105593"/>
            <a:ext cx="4954385" cy="5558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2DA67-6557-124B-A0FC-1BEB202B1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6203" y="1300754"/>
            <a:ext cx="4937760" cy="546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A3 As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category, name, revenue from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(Select category, name, revenue,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rank() over (partition by category order by revenue desc) as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(Select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pizza_types.category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pizza_types.name,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Sum(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order_details.quantity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 pizzas.price) as revenue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join pizzas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pizza_types.pizza_type_id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pizzas.pizza_type_id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order_details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order_details.pizza_id = pizzas.pizza_id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pizza_types.category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pizza_types.name) as a) as b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&lt;=3;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10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A3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069983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34</TotalTime>
  <Words>1132</Words>
  <Application>Microsoft Office PowerPoint</Application>
  <PresentationFormat>Widescreen</PresentationFormat>
  <Paragraphs>148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Calibri</vt:lpstr>
      <vt:lpstr>Rockwell</vt:lpstr>
      <vt:lpstr>Damask</vt:lpstr>
      <vt:lpstr>Dominos</vt:lpstr>
      <vt:lpstr>PowerPoint Presentation</vt:lpstr>
      <vt:lpstr>B1. Retrieve the total number of orders placed. </vt:lpstr>
      <vt:lpstr>B2. Calculate the total revenue generated from pizza sales. </vt:lpstr>
      <vt:lpstr>B3. Identify the highest-priced pizza. </vt:lpstr>
      <vt:lpstr>B4. Identify the most common pizza size ordered. </vt:lpstr>
      <vt:lpstr>B5. List the top 5 most ordered pizza types along with their quantities. </vt:lpstr>
      <vt:lpstr>I1. Join the necessary tables to find the total quantity of each pizza category ordered. </vt:lpstr>
      <vt:lpstr>I2. Determine the distribution of orders by hour of the day. </vt:lpstr>
      <vt:lpstr>I3. Join relevant tables to find the category-wise distribution of pizzas. </vt:lpstr>
      <vt:lpstr>I4. Group the orders by date and calculate the average number of pizzas ordered per day. </vt:lpstr>
      <vt:lpstr>I5. Determine the top 3 most ordered pizza types based on revenue. </vt:lpstr>
      <vt:lpstr>A1. Calculate the percentage contribution of each pizza type to total revenue. </vt:lpstr>
      <vt:lpstr>A2. Analyze the cumulative revenue generated over time. </vt:lpstr>
      <vt:lpstr>A3. Determine the top 3 most ordered pizza types based on revenue for each pizza category.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Mishra</dc:creator>
  <cp:lastModifiedBy>Rishi Mishra</cp:lastModifiedBy>
  <cp:revision>2</cp:revision>
  <dcterms:created xsi:type="dcterms:W3CDTF">2025-05-13T07:14:47Z</dcterms:created>
  <dcterms:modified xsi:type="dcterms:W3CDTF">2025-05-16T04:59:21Z</dcterms:modified>
</cp:coreProperties>
</file>